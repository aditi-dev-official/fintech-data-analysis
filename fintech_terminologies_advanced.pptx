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IT Terminologies (UK &amp; USA Focus)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Essential concepts for IT roles in fintech</a:t>
            </a:r>
          </a:p>
          <a:p>
            <a:pPr/>
            <a:r>
              <a:t>Covers infrastructure, compliance, and modern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Banking &amp; Payment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API: Connects banking systems and apps</a:t>
            </a:r>
          </a:p>
          <a:p>
            <a:pPr/>
            <a:r>
              <a:t>BaaS: Banks offer services via APIs</a:t>
            </a:r>
          </a:p>
          <a:p>
            <a:pPr/>
            <a:r>
              <a:t>Acquirer vs Issuer: Merchant bank vs customer bank</a:t>
            </a:r>
          </a:p>
          <a:p>
            <a:pPr/>
            <a:r>
              <a:t>Payment Gateway: Processes payments</a:t>
            </a:r>
          </a:p>
          <a:p>
            <a:pPr/>
            <a:r>
              <a:t>Open Banking: Secure data sharing via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Regulation, Compliance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KYC: Verify customer identity</a:t>
            </a:r>
          </a:p>
          <a:p>
            <a:pPr/>
            <a:r>
              <a:t>AML: Prevent illegal financial activity</a:t>
            </a:r>
          </a:p>
          <a:p>
            <a:pPr/>
            <a:r>
              <a:t>RegTech: Automates compliance</a:t>
            </a:r>
          </a:p>
          <a:p>
            <a:pPr/>
            <a:r>
              <a:t>Tokenization: Secures card data</a:t>
            </a:r>
          </a:p>
          <a:p>
            <a:pPr/>
            <a:r>
              <a:t>PCI DSS: Payment security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Blockchain: Secure decentralized ledger</a:t>
            </a:r>
          </a:p>
          <a:p>
            <a:pPr/>
            <a:r>
              <a:t>DeFi: Finance without banks</a:t>
            </a:r>
          </a:p>
          <a:p>
            <a:pPr/>
            <a:r>
              <a:t>Neobank: Digital-only banks</a:t>
            </a:r>
          </a:p>
          <a:p>
            <a:pPr/>
            <a:r>
              <a:t>Embedded Finance: Finance inside apps</a:t>
            </a:r>
          </a:p>
          <a:p>
            <a:pPr/>
            <a:r>
              <a:t>Robo-Advisors: AI-based investment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UK vs USA Payment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UK: Faster Payments, Bacs, CHAPS</a:t>
            </a:r>
          </a:p>
          <a:p>
            <a:pPr/>
            <a:r>
              <a:t>USA: ACH, FedNow, RTP, Fedwire</a:t>
            </a:r>
          </a:p>
          <a:p>
            <a:pPr/>
            <a:r>
              <a:t>ISO 20022: Global payment messaging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Regulators (UK &amp; USA)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UK: FCA, PRA</a:t>
            </a:r>
          </a:p>
          <a:p>
            <a:pPr/>
            <a:r>
              <a:t>USA: SEC, FinCEN, CFPB</a:t>
            </a:r>
          </a:p>
          <a:p>
            <a:pPr/>
            <a:r>
              <a:t>Compliance is critical in fintech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Technical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AISP/PISP: Open banking roles</a:t>
            </a:r>
          </a:p>
          <a:p>
            <a:pPr/>
            <a:r>
              <a:t>Sponsor Bank: Enables fintech services (USA)</a:t>
            </a:r>
          </a:p>
          <a:p>
            <a:pPr/>
            <a:r>
              <a:t>Embedded Finance use cases</a:t>
            </a:r>
          </a:p>
          <a:p>
            <a:pPr/>
            <a:r>
              <a:t>Tokenization for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These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Helps build secure fintech systems</a:t>
            </a:r>
          </a:p>
          <a:p>
            <a:pPr/>
            <a:r>
              <a:t>Improves job readiness in IT roles</a:t>
            </a:r>
          </a:p>
          <a:p>
            <a:pPr/>
            <a:r>
              <a:t>Essential for working with global clients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